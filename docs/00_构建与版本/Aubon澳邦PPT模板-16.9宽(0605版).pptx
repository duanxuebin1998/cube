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5"/>
  </p:notes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94" userDrawn="1">
          <p15:clr>
            <a:srgbClr val="A4A3A4"/>
          </p15:clr>
        </p15:guide>
        <p15:guide id="4" pos="7109" userDrawn="1">
          <p15:clr>
            <a:srgbClr val="A4A3A4"/>
          </p15:clr>
        </p15:guide>
        <p15:guide id="5" pos="472" userDrawn="1">
          <p15:clr>
            <a:srgbClr val="A4A3A4"/>
          </p15:clr>
        </p15:guide>
        <p15:guide id="6" orient="horz" pos="387" userDrawn="1">
          <p15:clr>
            <a:srgbClr val="A4A3A4"/>
          </p15:clr>
        </p15:guide>
        <p15:guide id="7" orient="horz" pos="758" userDrawn="1">
          <p15:clr>
            <a:srgbClr val="A4A3A4"/>
          </p15:clr>
        </p15:guide>
        <p15:guide id="8" pos="72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  <p:guide pos="294"/>
        <p:guide pos="7109"/>
        <p:guide pos="472"/>
        <p:guide orient="horz" pos="387"/>
        <p:guide orient="horz" pos="758"/>
        <p:guide pos="72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4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286490" y="6466205"/>
            <a:ext cx="303530" cy="302260"/>
          </a:xfrm>
        </p:spPr>
        <p:txBody>
          <a:bodyPr>
            <a:noAutofit/>
          </a:bodyPr>
          <a:p>
            <a:fld id="{49AE70B2-8BF9-45C0-BB95-33D1B9D3A854}" type="slidenum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6" name="文本框 5"/>
          <p:cNvSpPr txBox="1"/>
          <p:nvPr/>
        </p:nvSpPr>
        <p:spPr>
          <a:xfrm>
            <a:off x="466090" y="109855"/>
            <a:ext cx="4208780" cy="611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800"/>
              <a:t>一、标题内容</a:t>
            </a:r>
            <a:endParaRPr lang="zh-CN" altLang="en-US" sz="2800"/>
          </a:p>
        </p:txBody>
      </p:sp>
      <p:sp>
        <p:nvSpPr>
          <p:cNvPr id="7" name="文本框 6"/>
          <p:cNvSpPr txBox="1"/>
          <p:nvPr/>
        </p:nvSpPr>
        <p:spPr>
          <a:xfrm>
            <a:off x="749300" y="718185"/>
            <a:ext cx="4479290" cy="399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1.1 </a:t>
            </a:r>
            <a:r>
              <a:rPr lang="zh-CN" altLang="en-US"/>
              <a:t>章节内容</a:t>
            </a:r>
            <a:r>
              <a:rPr lang="en-US" altLang="zh-CN"/>
              <a:t>  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145540" y="1203960"/>
            <a:ext cx="2207895" cy="2394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/>
              <a:t>细分内容</a:t>
            </a:r>
            <a:r>
              <a:rPr lang="en-US" altLang="zh-CN"/>
              <a:t>1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>
                <a:sym typeface="+mn-ea"/>
              </a:rPr>
              <a:t>细分内容</a:t>
            </a:r>
            <a:r>
              <a:rPr lang="en-US" altLang="zh-CN">
                <a:sym typeface="+mn-ea"/>
              </a:rPr>
              <a:t>2</a:t>
            </a:r>
            <a:endParaRPr lang="en-US" altLang="zh-CN"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>
                <a:sym typeface="+mn-ea"/>
              </a:rPr>
              <a:t>细分内容</a:t>
            </a:r>
            <a:r>
              <a:rPr lang="en-US" altLang="zh-CN">
                <a:sym typeface="+mn-ea"/>
              </a:rPr>
              <a:t>3</a:t>
            </a:r>
            <a:endParaRPr lang="en-US" altLang="zh-CN"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>
                <a:sym typeface="+mn-ea"/>
              </a:rPr>
              <a:t>细分内容</a:t>
            </a:r>
            <a:r>
              <a:rPr lang="en-US" altLang="zh-CN">
                <a:sym typeface="+mn-ea"/>
              </a:rPr>
              <a:t>4</a:t>
            </a:r>
            <a:endParaRPr lang="en-US" altLang="zh-CN"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>
                <a:sym typeface="+mn-ea"/>
              </a:rPr>
              <a:t>细分内容</a:t>
            </a:r>
            <a:r>
              <a:rPr lang="en-US" altLang="zh-CN">
                <a:sym typeface="+mn-ea"/>
              </a:rPr>
              <a:t>5</a:t>
            </a:r>
            <a:endParaRPr lang="en-US" altLang="zh-CN"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</Words>
  <Application>WPS 演示</Application>
  <PresentationFormat>宽屏</PresentationFormat>
  <Paragraphs>12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admin</dc:creator>
  <cp:lastModifiedBy>张彤</cp:lastModifiedBy>
  <cp:revision>164</cp:revision>
  <dcterms:created xsi:type="dcterms:W3CDTF">2019-06-19T02:08:00Z</dcterms:created>
  <dcterms:modified xsi:type="dcterms:W3CDTF">2026-06-18T10:29:19Z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F54C19ABE4CF4F16A8F57D4B0AD1083C_13</vt:lpwstr>
  </property>
</Properties>
</file>